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62.43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77.34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77.34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167</a:t>
            </a:r>
          </a:p>
          <a:p>
            <a:r>
              <a:t>=== Governance_Command_Center ===</a:t>
            </a:r>
          </a:p>
          <a:p>
            <a:r>
              <a:t>Governance_Score: 62.43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77.34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77.34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