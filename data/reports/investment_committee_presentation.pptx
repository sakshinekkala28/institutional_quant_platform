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27.93</a:t>
            </a:r>
          </a:p>
          <a:p>
            <a:r>
              <a:t>Committee_View: BUY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0</a:t>
            </a:r>
          </a:p>
          <a:p>
            <a:r>
              <a:t>Alert_Escalation: ESCALATING</a:t>
            </a:r>
          </a:p>
          <a:p>
            <a:r>
              <a:t>Governance_View: CRITICAL</a:t>
            </a:r>
          </a:p>
          <a:p>
            <a:r>
              <a:t>Trend_Direction: STABLE</a:t>
            </a:r>
          </a:p>
          <a:p>
            <a:r>
              <a:t>Top_Category: STRESS</a:t>
            </a:r>
          </a:p>
          <a:p>
            <a:r>
              <a:t>Total_Alerts: 30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0</a:t>
            </a:r>
          </a:p>
          <a:p>
            <a:r>
              <a:t>Escalation: ESCALATING</a:t>
            </a:r>
          </a:p>
          <a:p>
            <a:r>
              <a:t>Governance View: CRITICAL</a:t>
            </a:r>
          </a:p>
          <a:p>
            <a:r>
              <a:t>Trend Direction: STABLE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0</a:t>
            </a:r>
          </a:p>
          <a:p>
            <a:r>
              <a:t>Alert_Escalation: ESCALATING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