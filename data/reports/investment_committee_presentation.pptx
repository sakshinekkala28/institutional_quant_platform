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OVERWEIGHT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Pack_Score: 69.16</a:t>
            </a:r>
          </a:p>
          <a:p>
            <a:r>
              <a:t>Recommendation: OVERWEIGHT</a:t>
            </a:r>
          </a:p>
          <a:p>
            <a:r>
              <a:t>Forecast_Regime: BULL</a:t>
            </a:r>
          </a:p>
          <a:p>
            <a:r>
              <a:t>Expected_Return_12M: 0.3695181329490239</a:t>
            </a:r>
          </a:p>
          <a:p>
            <a:r>
              <a:t>Scenario_Average: 61.17</a:t>
            </a:r>
          </a:p>
          <a:p>
            <a:r>
              <a:t>Stress_Average: 27.93</a:t>
            </a:r>
          </a:p>
          <a:p>
            <a:r>
              <a:t>Committee_View: BUY</a:t>
            </a:r>
          </a:p>
          <a:p>
            <a:r>
              <a:t>Alert_Health_Score: 0</a:t>
            </a:r>
          </a:p>
          <a:p>
            <a:r>
              <a:t>Alert_Escalation: ESCALATING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3.08%</a:t>
            </a:r>
          </a:p>
          <a:p>
            <a:r>
              <a:t>Expected Return (3M): 9.24%</a:t>
            </a:r>
          </a:p>
          <a:p>
            <a:r>
              <a:t>Expected Return (12M): 36.95%</a:t>
            </a:r>
          </a:p>
          <a:p>
            <a:r>
              <a:t>Forecast Confidence: 76.72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99.48 | Rank: 1</a:t>
            </a:r>
          </a:p>
          <a:p>
            <a:r>
              <a:t>BASE | Score: 96.94 | Rank: 2</a:t>
            </a:r>
          </a:p>
          <a:p>
            <a:r>
              <a:t>BEAR | Score: 48.25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56.78 | Impact: 16.95%</a:t>
            </a:r>
          </a:p>
          <a:p>
            <a:r>
              <a:t>VOLATILITY_SHOCK | Score: 50.78 | Impact: 26.95%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OVERWEIGHT</a:t>
            </a:r>
          </a:p>
          <a:p>
            <a:r>
              <a:t>Forecast_Confidence: 76.7241599682883</a:t>
            </a:r>
          </a:p>
          <a:p>
            <a:r>
              <a:t>Expected_Return_12M: 0.3695181329490239</a:t>
            </a:r>
          </a:p>
          <a:p>
            <a:r>
              <a:t>Committee_View: STRONG_BUY</a:t>
            </a:r>
          </a:p>
          <a:p>
            <a:r>
              <a:t>Investment_Decision: OVERWEIGHT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99.47714563932038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56.78072531796096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0</a:t>
            </a:r>
          </a:p>
          <a:p>
            <a:r>
              <a:t>Alert_Escalation: ESCALATING</a:t>
            </a:r>
          </a:p>
          <a:p>
            <a:r>
              <a:t>Governance_View: CRITICAL</a:t>
            </a:r>
          </a:p>
          <a:p>
            <a:r>
              <a:t>Trend_Direction: INSUFFICIENT_HISTORY</a:t>
            </a:r>
          </a:p>
          <a:p>
            <a:r>
              <a:t>Top_Category: STRESS</a:t>
            </a:r>
          </a:p>
          <a:p>
            <a:r>
              <a:t>Total_Alerts: 18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0</a:t>
            </a:r>
          </a:p>
          <a:p>
            <a:r>
              <a:t>Escalation: ESCALATING</a:t>
            </a:r>
          </a:p>
          <a:p>
            <a:r>
              <a:t>Governance View: CRITICAL</a:t>
            </a:r>
          </a:p>
          <a:p>
            <a:r>
              <a:t>Trend Direction: INSUFFICIENT_HISTORY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0</a:t>
            </a:r>
          </a:p>
          <a:p>
            <a:r>
              <a:t>Alert_Escalation: ESCALATING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