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Institutional Investment Committee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Forecast Regime: BULL</a:t>
            </a:r>
          </a:p>
          <a:p>
            <a:r>
              <a:t>Recommendation: UNDERWEIGHT</a:t>
            </a:r>
          </a:p>
          <a:p>
            <a:r>
              <a:t>Decision: APPROVE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Governance_Score: 62.94</a:t>
            </a:r>
          </a:p>
          <a:p>
            <a:r>
              <a:t>Risk_Level: HIGH</a:t>
            </a:r>
          </a:p>
          <a:p>
            <a:r>
              <a:t>Executive_Action: REVIEW_POSITIONING</a:t>
            </a:r>
          </a:p>
          <a:p>
            <a:r>
              <a:t>Pack_Score: 66.92</a:t>
            </a:r>
          </a:p>
          <a:p>
            <a:r>
              <a:t>Recommendation: UNDERWEIGHT</a:t>
            </a:r>
          </a:p>
          <a:p>
            <a:r>
              <a:t>Forecast_Regime: BULL</a:t>
            </a:r>
          </a:p>
          <a:p>
            <a:r>
              <a:t>Expected_Return_12M: 0.2771385997117679</a:t>
            </a:r>
          </a:p>
          <a:p>
            <a:r>
              <a:t>Scenario_Average: 56.32</a:t>
            </a:r>
          </a:p>
          <a:p>
            <a:r>
              <a:t>Stress_Average: 26.7</a:t>
            </a:r>
          </a:p>
          <a:p>
            <a:r>
              <a:t>Committee_View: BUY</a:t>
            </a:r>
          </a:p>
          <a:p>
            <a:r>
              <a:t>Alert_Health_Score: 78.28</a:t>
            </a:r>
          </a:p>
          <a:p>
            <a:r>
              <a:t>Alert_Escalation: STABLE</a:t>
            </a:r>
          </a:p>
          <a:p>
            <a:r>
              <a:t>Pack_Grade: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Expected Return (1M): 2.31%</a:t>
            </a:r>
          </a:p>
          <a:p>
            <a:r>
              <a:t>Expected Return (3M): 6.93%</a:t>
            </a:r>
          </a:p>
          <a:p>
            <a:r>
              <a:t>Expected Return (12M): 27.71%</a:t>
            </a:r>
          </a:p>
          <a:p>
            <a:r>
              <a:t>Forecast Confidence: 71.60</a:t>
            </a:r>
          </a:p>
          <a:p>
            <a:r>
              <a:t>Forecast Risk Grade: LOW</a:t>
            </a:r>
          </a:p>
          <a:p>
            <a:r>
              <a:t>Forecast Regime: BULL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Committee Score: 90.00</a:t>
            </a:r>
          </a:p>
          <a:p>
            <a:r>
              <a:t>Governance Score: 96.00</a:t>
            </a:r>
          </a:p>
          <a:p>
            <a:r>
              <a:t>Risk Score: 95.00</a:t>
            </a:r>
          </a:p>
          <a:p>
            <a:r>
              <a:t>Decision: APPROVE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BULL | Score: 93.66 | Rank: 1</a:t>
            </a:r>
          </a:p>
          <a:p>
            <a:r>
              <a:t>BASE | Score: 89.60 | Rank: 2</a:t>
            </a:r>
          </a:p>
          <a:p>
            <a:r>
              <a:t>BEAR | Score: 42.03 | Rank: 3</a:t>
            </a:r>
          </a:p>
          <a:p>
            <a:r>
              <a:t>CRISIS | Score: 0.00 | Rank: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RATE_HIKE_SHOCK | Score: 53.09 | Impact: 7.71%</a:t>
            </a:r>
          </a:p>
          <a:p>
            <a:r>
              <a:t>VOLATILITY_SHOCK | Score: 47.09 | Impact: 17.71%</a:t>
            </a:r>
          </a:p>
          <a:p>
            <a:r>
              <a:t>LIQUIDITY_SHOCK | Score: 32.00 | Impact: -25.00%</a:t>
            </a:r>
          </a:p>
          <a:p>
            <a:r>
              <a:t>MARKET_CRASH_30 | Score: 20.00 | Impact: -30.00%</a:t>
            </a:r>
          </a:p>
          <a:p>
            <a:r>
              <a:t>COVID_CRASH | Score: 8.00 | Impact: -35.00%</a:t>
            </a:r>
          </a:p>
          <a:p>
            <a:r>
              <a:t>2008_GFC | Score: 0.00 | Impact: -55.00%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Committee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=== Forecast ===</a:t>
            </a:r>
          </a:p>
          <a:p>
            <a:r>
              <a:t>Decision: APPROVE</a:t>
            </a:r>
          </a:p>
          <a:p>
            <a:r>
              <a:t>Forecast_Regime: BULL</a:t>
            </a:r>
          </a:p>
          <a:p>
            <a:r>
              <a:t>Forecast_Recommendation: UNDERWEIGHT</a:t>
            </a:r>
          </a:p>
          <a:p>
            <a:r>
              <a:t>Forecast_Confidence: 71.59732797463064</a:t>
            </a:r>
          </a:p>
          <a:p>
            <a:r>
              <a:t>Expected_Return_12M: 0.2771385997117679</a:t>
            </a:r>
          </a:p>
          <a:p>
            <a:r>
              <a:t>Committee_View: STRONG_BUY</a:t>
            </a:r>
          </a:p>
          <a:p>
            <a:r>
              <a:t>Investment_Decision: UNDERWEIGHT</a:t>
            </a:r>
          </a:p>
          <a:p>
            <a:r>
              <a:t>=== Scenario ===</a:t>
            </a:r>
          </a:p>
          <a:p>
            <a:r>
              <a:t>Best_Scenario: BULL</a:t>
            </a:r>
          </a:p>
          <a:p>
            <a:r>
              <a:t>Best_Scenario_Score: 93.66394947594468</a:t>
            </a:r>
          </a:p>
          <a:p>
            <a:r>
              <a:t>Worst_Scenario: CRISIS</a:t>
            </a:r>
          </a:p>
          <a:p>
            <a:r>
              <a:t>Worst_Scenario_Score: 0.0</a:t>
            </a:r>
          </a:p>
          <a:p>
            <a:r>
              <a:t>=== Stress ===</a:t>
            </a:r>
          </a:p>
          <a:p>
            <a:r>
              <a:t>Best_Stress: RATE_HIKE_SHOCK</a:t>
            </a:r>
          </a:p>
          <a:p>
            <a:r>
              <a:t>Best_Stress_Score: 53.08554398847072</a:t>
            </a:r>
          </a:p>
          <a:p>
            <a:r>
              <a:t>Worst_Stress: 2008_GFC</a:t>
            </a:r>
          </a:p>
          <a:p>
            <a:r>
              <a:t>Worst_Stress_Score: 0.0</a:t>
            </a:r>
          </a:p>
          <a:p>
            <a:r>
              <a:t>Rejected_Stress_Scenarios: 4</a:t>
            </a:r>
          </a:p>
          <a:p>
            <a:r>
              <a:t>=== Governance ===</a:t>
            </a:r>
          </a:p>
          <a:p>
            <a:r>
              <a:t>Committee_Score: 90.0</a:t>
            </a:r>
          </a:p>
          <a:p>
            <a:r>
              <a:t>Governance_Score: 96.0</a:t>
            </a:r>
          </a:p>
          <a:p>
            <a:r>
              <a:t>Risk_Score: 95.0</a:t>
            </a:r>
          </a:p>
          <a:p>
            <a:r>
              <a:t>=== Alert_Governance ===</a:t>
            </a:r>
          </a:p>
          <a:p>
            <a:r>
              <a:t>Alert_Health_Score: 78.28</a:t>
            </a:r>
          </a:p>
          <a:p>
            <a:r>
              <a:t>Alert_Escalation: STABLE</a:t>
            </a:r>
          </a:p>
          <a:p>
            <a:r>
              <a:t>Governance_View: WATCH</a:t>
            </a:r>
          </a:p>
          <a:p>
            <a:r>
              <a:t>Trend_Direction: IMPROVING</a:t>
            </a:r>
          </a:p>
          <a:p>
            <a:r>
              <a:t>Top_Category: STRESS</a:t>
            </a:r>
          </a:p>
          <a:p>
            <a:r>
              <a:t>Total_Alerts: 387</a:t>
            </a:r>
          </a:p>
          <a:p>
            <a:r>
              <a:t>=== Governance_Command_Center ===</a:t>
            </a:r>
          </a:p>
          <a:p>
            <a:r>
              <a:t>Governance_Score: 62.94</a:t>
            </a:r>
          </a:p>
          <a:p>
            <a:r>
              <a:t>Risk_Level: HIGH</a:t>
            </a:r>
          </a:p>
          <a:p>
            <a:r>
              <a:t>Executive_Action: REVIEW_POSITIONING</a:t>
            </a:r>
          </a:p>
          <a:p>
            <a:r>
              <a:t>Overall_Status: WATCH</a:t>
            </a:r>
          </a:p>
          <a:p>
            <a:r>
              <a:t>Pack_Score: 66.92</a:t>
            </a:r>
          </a:p>
          <a:p>
            <a:r>
              <a:t>Recommendation: UNDERWEIGHT</a:t>
            </a:r>
          </a:p>
          <a:p>
            <a:r>
              <a:t>Forecast_Regime: BULL</a:t>
            </a:r>
          </a:p>
          <a:p>
            <a:r>
              <a:t>=== Surveillance ===</a:t>
            </a:r>
          </a:p>
          <a:p>
            <a:r>
              <a:t>Total_Alerts: 1</a:t>
            </a:r>
          </a:p>
          <a:p>
            <a:r>
              <a:t>Critical_Alerts: 0</a:t>
            </a:r>
          </a:p>
          <a:p>
            <a:r>
              <a:t>Warning_Alerts: 1</a:t>
            </a:r>
          </a:p>
          <a:p>
            <a:r>
              <a:t>Surveillance_Health: HEALTHY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Health Score: 78.28</a:t>
            </a:r>
          </a:p>
          <a:p>
            <a:r>
              <a:t>Escalation: STABLE</a:t>
            </a:r>
          </a:p>
          <a:p>
            <a:r>
              <a:t>Governance View: WATCH</a:t>
            </a:r>
          </a:p>
          <a:p>
            <a:r>
              <a:t>Trend Direction: IMPROVING</a:t>
            </a:r>
          </a:p>
          <a:p>
            <a:r>
              <a:t>Top Category: STRESS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Alert_Health_Score: 78.28</a:t>
            </a:r>
          </a:p>
          <a:p>
            <a:r>
              <a:t>Alert_Escalation: STABLE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