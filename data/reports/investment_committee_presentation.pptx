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66.84</a:t>
            </a:r>
          </a:p>
          <a:p>
            <a:r>
              <a:t>Risk_Level: MODERATE</a:t>
            </a:r>
          </a:p>
          <a:p>
            <a:r>
              <a:t>Executive_Action: MAINTAIN_NEUTRAL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72.04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72.04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49</a:t>
            </a:r>
          </a:p>
          <a:p>
            <a:r>
              <a:t>=== Governance_Command_Center ===</a:t>
            </a:r>
          </a:p>
          <a:p>
            <a:r>
              <a:t>Governance_Score: 66.84</a:t>
            </a:r>
          </a:p>
          <a:p>
            <a:r>
              <a:t>Risk_Level: MODERATE</a:t>
            </a:r>
          </a:p>
          <a:p>
            <a:r>
              <a:t>Executive_Action: MAINTAIN_NEUTRAL</a:t>
            </a:r>
          </a:p>
          <a:p>
            <a:r>
              <a:t>Overall_Status: WATCH</a:t>
            </a:r>
          </a:p>
          <a:p>
            <a:r>
              <a:t>Pack_Score: 69.16</a:t>
            </a:r>
          </a:p>
          <a:p>
            <a:r>
              <a:t>Recommendation: OVERWEIGHT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72.04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72.04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